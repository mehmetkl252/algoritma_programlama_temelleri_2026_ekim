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1" r:id="rId2"/>
    <p:sldId id="266" r:id="rId3"/>
    <p:sldId id="267" r:id="rId4"/>
    <p:sldId id="269" r:id="rId5"/>
    <p:sldId id="268" r:id="rId6"/>
    <p:sldId id="270" r:id="rId7"/>
    <p:sldId id="322" r:id="rId8"/>
    <p:sldId id="271" r:id="rId9"/>
    <p:sldId id="272" r:id="rId10"/>
    <p:sldId id="273" r:id="rId11"/>
    <p:sldId id="274" r:id="rId12"/>
    <p:sldId id="303" r:id="rId13"/>
    <p:sldId id="309" r:id="rId14"/>
    <p:sldId id="310" r:id="rId15"/>
    <p:sldId id="311" r:id="rId16"/>
    <p:sldId id="312" r:id="rId17"/>
    <p:sldId id="281" r:id="rId18"/>
    <p:sldId id="285" r:id="rId19"/>
    <p:sldId id="282" r:id="rId20"/>
    <p:sldId id="283" r:id="rId21"/>
    <p:sldId id="284" r:id="rId22"/>
    <p:sldId id="299" r:id="rId23"/>
    <p:sldId id="300" r:id="rId24"/>
    <p:sldId id="308" r:id="rId25"/>
    <p:sldId id="319" r:id="rId26"/>
    <p:sldId id="326" r:id="rId27"/>
    <p:sldId id="302" r:id="rId28"/>
    <p:sldId id="442" r:id="rId29"/>
    <p:sldId id="443" r:id="rId3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8628E4-2066-AE86-36B4-094E47BCC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3052227-9CE0-8B09-61CF-B59E9495F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BD1D791-937E-9EC1-0DB7-246C251B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A6931CE-EFD0-CC7A-3032-D43B812F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35D4030-1CB5-323D-B0BC-A5099561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338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948DD4-E5D0-219B-1F4E-98C71E44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B46AF9-830F-5C50-7554-1D52370B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1CF2829-E2AA-CF8F-DEAB-6ACCB5FA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1C56A20-F1D4-1834-5E79-0C39D906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EB41E0-0873-AA1E-4DD2-BF0A0033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816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1E9AA1-9D9C-9D4A-3C70-4BF2BD5A2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6E63AB7-3C6C-B091-FCC8-8ADF3CB41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700C7AF-7FE1-EC18-5148-FDBAB2DB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358B74E-F4D6-EB9E-1BAB-A2E768E8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78597A-59EC-91B0-079D-E7052217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2120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DDB06F-6264-3695-153E-F416E171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B7AE05-694C-A270-EE78-AC3D203B5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89F7789-6F99-96B3-0532-0E8AEAA6A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FBD8A8-B77E-CAD9-5910-2BBF4ABE0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EBD88C-C018-F075-C92B-5531C92A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B95DA2C-CFC3-37F5-344E-46152AF7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016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23712C-FCE8-0B58-8D74-1CB7E239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5DAE22A-4028-0DC3-05F3-0FD9163B8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9B0A8DE-D3E9-7074-CE33-A92DC46AF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F29F9CD-D076-481E-2F01-1E5EE022B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FA9A447-F866-9AD5-3337-10E4A83A1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5C436BA-5CFF-0090-6CD7-4C951363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6369AF9-3A32-E560-E92C-81E4CB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A493B8C-4406-7D5D-735F-21F692B6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193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F1FFA4-5F7D-019F-2594-CB690E59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ECC0091-E0C0-ABE8-8DC2-912AB944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D9746F1-0388-59BC-FFF0-50AE8DE0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9B3A17D-F6A5-B183-D30E-15CF9294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13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D96EF8C-9690-B683-1917-73B0F820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EC6778A-EC1C-4126-C593-BFF8F54B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CD97A39-F05F-3B20-B972-E89E1FBF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61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ED0CF6-6DC3-016F-BBDB-3A11A9C85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3210CB-E947-E9FD-383B-68DC87321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130D716-E147-52DA-76E1-BB01D98C7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052E4E1-1B2E-FD09-6E90-EB12D62B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D24522F-9F05-C279-C7F7-E557BD08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20EB6E2-F3D4-CCAE-CA17-88E13A39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180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08CD71-8230-7D91-8712-2137AE548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D69F833-3042-4DA9-718A-5C13100B3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A591205-CB14-F3FE-FC7E-7EF10E511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AE69CC1-646F-5ECB-D362-D51C9672B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4F24853-33D1-5F5D-DBB0-62117614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2637336-E305-83B7-959C-26435939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968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8A6CB8-DB38-9ABD-401B-C076EC6D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38C199E-80EF-6277-6B90-AEBE254FD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4A1B2D8-8216-2FE3-EACE-C25D3492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ED40E0-A938-81A9-B49E-CF99CE2D7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C39D94-5A07-E9B7-DAED-EE934538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832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AD5AB5E-93FE-9890-5B78-E3B5A181C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773FBFD-EA05-DC18-C273-EE4678F0D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078F25-CD77-F263-B85A-B198F7BAA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AFCE02D-55DB-9CD4-4CE2-FC987703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1E47B5-887B-C3EB-017C-DA3AFB5E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954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4C3BE9A-28DA-CDBB-21A6-EC4E68F8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9D041E-AAFB-EABE-1DF3-FF9DF52A2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CA975A8-2B24-7407-6285-38829A067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3BF9C-AC4F-4E26-B82B-D057D05F77F3}" type="datetimeFigureOut">
              <a:rPr lang="tr-TR" smtClean="0"/>
              <a:t>22.09.2024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9081BF7-E903-02E3-154B-F92AD088A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3F014B-831C-94B9-56A8-E2841E539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25B97C-7BDD-49C0-8DFD-E63A4B28C6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722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07" y="1377184"/>
            <a:ext cx="9134475" cy="4629150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1345324" y="378372"/>
            <a:ext cx="7729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/>
              <a:t>Çay demleme yada makarna yapımını aşamalarıyla yazınız..</a:t>
            </a:r>
          </a:p>
        </p:txBody>
      </p:sp>
    </p:spTree>
    <p:extLst>
      <p:ext uri="{BB962C8B-B14F-4D97-AF65-F5344CB8AC3E}">
        <p14:creationId xmlns:p14="http://schemas.microsoft.com/office/powerpoint/2010/main" val="60753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51" y="736162"/>
            <a:ext cx="3690351" cy="5753166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10" y="185016"/>
            <a:ext cx="7715250" cy="6581775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201460" y="185016"/>
            <a:ext cx="4529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Çay Demleme Akış Diyagra</a:t>
            </a:r>
            <a:r>
              <a:rPr lang="tr-TR" sz="2800" b="1" dirty="0">
                <a:solidFill>
                  <a:schemeClr val="bg1"/>
                </a:solidFill>
              </a:rPr>
              <a:t>mı</a:t>
            </a:r>
          </a:p>
        </p:txBody>
      </p:sp>
    </p:spTree>
    <p:extLst>
      <p:ext uri="{BB962C8B-B14F-4D97-AF65-F5344CB8AC3E}">
        <p14:creationId xmlns:p14="http://schemas.microsoft.com/office/powerpoint/2010/main" val="238856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t="45325" b="14911"/>
          <a:stretch/>
        </p:blipFill>
        <p:spPr>
          <a:xfrm>
            <a:off x="386479" y="1077238"/>
            <a:ext cx="9797179" cy="1478072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 rotWithShape="1">
          <a:blip r:embed="rId2"/>
          <a:srcRect r="10636" b="73735"/>
          <a:stretch/>
        </p:blipFill>
        <p:spPr>
          <a:xfrm>
            <a:off x="386479" y="413358"/>
            <a:ext cx="7893226" cy="6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1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2" y="540316"/>
            <a:ext cx="10319302" cy="4645459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48531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04" y="223576"/>
            <a:ext cx="6136638" cy="5713761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7109138" y="1344519"/>
            <a:ext cx="37091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rgbClr val="C11522"/>
                </a:solidFill>
              </a:rPr>
              <a:t>Herhangi bir programı bilgisayara çözdürme işlem basamaklarına denir</a:t>
            </a:r>
          </a:p>
        </p:txBody>
      </p:sp>
    </p:spTree>
    <p:extLst>
      <p:ext uri="{BB962C8B-B14F-4D97-AF65-F5344CB8AC3E}">
        <p14:creationId xmlns:p14="http://schemas.microsoft.com/office/powerpoint/2010/main" val="427901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10" y="223315"/>
            <a:ext cx="7370195" cy="610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5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48" y="542103"/>
            <a:ext cx="11410291" cy="497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0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08"/>
            <a:ext cx="12032968" cy="644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78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98" y="125000"/>
            <a:ext cx="3533775" cy="23241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374" y="125000"/>
            <a:ext cx="6115050" cy="302895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348" y="4268766"/>
            <a:ext cx="3895725" cy="1143000"/>
          </a:xfrm>
          <a:prstGeom prst="rect">
            <a:avLst/>
          </a:prstGeom>
        </p:spPr>
      </p:pic>
      <p:sp>
        <p:nvSpPr>
          <p:cNvPr id="5" name="Sağ Ok 4"/>
          <p:cNvSpPr/>
          <p:nvPr/>
        </p:nvSpPr>
        <p:spPr>
          <a:xfrm>
            <a:off x="4391448" y="1164920"/>
            <a:ext cx="805124" cy="663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Aşağı Ok 5"/>
          <p:cNvSpPr/>
          <p:nvPr/>
        </p:nvSpPr>
        <p:spPr>
          <a:xfrm>
            <a:off x="6425852" y="3256767"/>
            <a:ext cx="889348" cy="9120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569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 rotWithShape="1">
          <a:blip r:embed="rId2"/>
          <a:srcRect b="2663"/>
          <a:stretch/>
        </p:blipFill>
        <p:spPr>
          <a:xfrm>
            <a:off x="631649" y="307018"/>
            <a:ext cx="9739901" cy="568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5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b="2807"/>
          <a:stretch/>
        </p:blipFill>
        <p:spPr>
          <a:xfrm>
            <a:off x="897633" y="0"/>
            <a:ext cx="9298553" cy="673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6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194" y="85725"/>
            <a:ext cx="7006294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53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42" y="294290"/>
            <a:ext cx="81522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3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t="1328"/>
          <a:stretch/>
        </p:blipFill>
        <p:spPr>
          <a:xfrm>
            <a:off x="1240221" y="346841"/>
            <a:ext cx="9343696" cy="6246922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1545021" y="346841"/>
            <a:ext cx="204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Şemsiye algoritması</a:t>
            </a:r>
          </a:p>
        </p:txBody>
      </p:sp>
    </p:spTree>
    <p:extLst>
      <p:ext uri="{BB962C8B-B14F-4D97-AF65-F5344CB8AC3E}">
        <p14:creationId xmlns:p14="http://schemas.microsoft.com/office/powerpoint/2010/main" val="2139444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166" y="346842"/>
            <a:ext cx="6768662" cy="6196856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252248" y="346842"/>
            <a:ext cx="1242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Not sistemi</a:t>
            </a:r>
          </a:p>
        </p:txBody>
      </p:sp>
    </p:spTree>
    <p:extLst>
      <p:ext uri="{BB962C8B-B14F-4D97-AF65-F5344CB8AC3E}">
        <p14:creationId xmlns:p14="http://schemas.microsoft.com/office/powerpoint/2010/main" val="913342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280987"/>
            <a:ext cx="8372475" cy="6296025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536028" y="546538"/>
            <a:ext cx="1947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Hasta Kayıt Sistemi</a:t>
            </a:r>
          </a:p>
        </p:txBody>
      </p:sp>
    </p:spTree>
    <p:extLst>
      <p:ext uri="{BB962C8B-B14F-4D97-AF65-F5344CB8AC3E}">
        <p14:creationId xmlns:p14="http://schemas.microsoft.com/office/powerpoint/2010/main" val="4061625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2" y="708437"/>
            <a:ext cx="5667433" cy="3813459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854" y="3456270"/>
            <a:ext cx="5662851" cy="2744113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1291383" y="188793"/>
            <a:ext cx="9609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FLOW CHART VİSUAL PROGRAMMİNG LANGUAGE KURULUMUNU YAPINIZ</a:t>
            </a:r>
          </a:p>
        </p:txBody>
      </p:sp>
    </p:spTree>
    <p:extLst>
      <p:ext uri="{BB962C8B-B14F-4D97-AF65-F5344CB8AC3E}">
        <p14:creationId xmlns:p14="http://schemas.microsoft.com/office/powerpoint/2010/main" val="3786280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7" y="405007"/>
            <a:ext cx="6574200" cy="3853841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00" y="1898996"/>
            <a:ext cx="5271605" cy="235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3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41" y="4334658"/>
            <a:ext cx="8320184" cy="161520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4" y="247453"/>
            <a:ext cx="5577601" cy="356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3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49" y="292730"/>
            <a:ext cx="6301700" cy="5818116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82" y="703577"/>
            <a:ext cx="6674958" cy="324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96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64" y="587940"/>
            <a:ext cx="5060830" cy="327007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21" y="946823"/>
            <a:ext cx="4398018" cy="220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86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3" y="604836"/>
            <a:ext cx="6024951" cy="44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08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33" y="582831"/>
            <a:ext cx="84105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88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41" y="612555"/>
            <a:ext cx="8131096" cy="400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8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9" y="240094"/>
            <a:ext cx="8232556" cy="544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7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61" y="872686"/>
            <a:ext cx="4667250" cy="401955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148" y="872686"/>
            <a:ext cx="4971927" cy="294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75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/>
          <a:srcRect t="15291"/>
          <a:stretch/>
        </p:blipFill>
        <p:spPr>
          <a:xfrm>
            <a:off x="1103585" y="1124607"/>
            <a:ext cx="7451835" cy="4775378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1103585" y="483476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Akış şeması-3</a:t>
            </a:r>
          </a:p>
        </p:txBody>
      </p:sp>
    </p:spTree>
    <p:extLst>
      <p:ext uri="{BB962C8B-B14F-4D97-AF65-F5344CB8AC3E}">
        <p14:creationId xmlns:p14="http://schemas.microsoft.com/office/powerpoint/2010/main" val="3133810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898524"/>
            <a:ext cx="7223540" cy="5057775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B7122088-4862-2A4F-C854-BBF77FB394F9}"/>
              </a:ext>
            </a:extLst>
          </p:cNvPr>
          <p:cNvSpPr txBox="1"/>
          <p:nvPr/>
        </p:nvSpPr>
        <p:spPr>
          <a:xfrm>
            <a:off x="1576387" y="255639"/>
            <a:ext cx="304743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tr-TR" sz="2400" b="1" dirty="0"/>
              <a:t>AZALAN ALGORİTMA</a:t>
            </a:r>
          </a:p>
        </p:txBody>
      </p:sp>
    </p:spTree>
    <p:extLst>
      <p:ext uri="{BB962C8B-B14F-4D97-AF65-F5344CB8AC3E}">
        <p14:creationId xmlns:p14="http://schemas.microsoft.com/office/powerpoint/2010/main" val="2955207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4" y="563562"/>
            <a:ext cx="7312026" cy="53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83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Geniş ekran</PresentationFormat>
  <Paragraphs>9</Paragraphs>
  <Slides>29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KILIÇ</dc:creator>
  <cp:lastModifiedBy>Mehmet KILIÇ</cp:lastModifiedBy>
  <cp:revision>1</cp:revision>
  <dcterms:created xsi:type="dcterms:W3CDTF">2024-09-22T13:10:34Z</dcterms:created>
  <dcterms:modified xsi:type="dcterms:W3CDTF">2024-09-22T13:11:12Z</dcterms:modified>
</cp:coreProperties>
</file>